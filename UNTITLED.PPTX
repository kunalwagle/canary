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357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049200" y="2858400"/>
            <a:ext cx="6094800" cy="2149200"/>
          </a:xfrm>
          <a:prstGeom prst="rect">
            <a:avLst/>
          </a:prstGeom>
          <a:solidFill>
            <a:srgbClr val="A2A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3286800" y="3369600"/>
            <a:ext cx="5572800" cy="39960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5855" y="3789040"/>
            <a:ext cx="5610969" cy="47890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275856" y="2996952"/>
            <a:ext cx="5610969" cy="21602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38162" indent="0">
              <a:buNone/>
              <a:defRPr/>
            </a:lvl3pPr>
            <a:lvl4pPr marL="806450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049200" y="5000400"/>
            <a:ext cx="6094800" cy="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3049200" y="5950800"/>
            <a:ext cx="5842800" cy="216000"/>
          </a:xfrm>
        </p:spPr>
        <p:txBody>
          <a:bodyPr/>
          <a:lstStyle>
            <a:lvl1pPr algn="l">
              <a:defRPr sz="1600"/>
            </a:lvl1pPr>
          </a:lstStyle>
          <a:p>
            <a:r>
              <a:rPr lang="de-DE" smtClean="0"/>
              <a:t>Month Day, Year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3049200" y="5662800"/>
            <a:ext cx="5842800" cy="21602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smtClean="0"/>
              <a:t>LEGAL ENTITY, department or author (Click Insert | Header &amp; Footer)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" y="252000"/>
            <a:ext cx="2203200" cy="5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0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7A9-EA06-4C60-9B5B-EF8399C2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99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 title="Click icon to add picture"/>
          <p:cNvSpPr>
            <a:spLocks noGrp="1"/>
          </p:cNvSpPr>
          <p:nvPr>
            <p:ph type="pic" sz="quarter" idx="13"/>
          </p:nvPr>
        </p:nvSpPr>
        <p:spPr>
          <a:xfrm>
            <a:off x="3049200" y="2858400"/>
            <a:ext cx="6094800" cy="216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3049200" y="1920304"/>
            <a:ext cx="5822398" cy="399600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9200" y="2331000"/>
            <a:ext cx="5833343" cy="478904"/>
          </a:xfrm>
        </p:spPr>
        <p:txBody>
          <a:bodyPr>
            <a:noAutofit/>
          </a:bodyPr>
          <a:lstStyle>
            <a:lvl1pPr marL="0" indent="0" algn="l">
              <a:buNone/>
              <a:defRPr sz="2600">
                <a:solidFill>
                  <a:srgbClr val="91867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049200" y="1644478"/>
            <a:ext cx="5833342" cy="22811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 b="0">
                <a:solidFill>
                  <a:srgbClr val="91867E"/>
                </a:solidFill>
              </a:defRPr>
            </a:lvl1pPr>
            <a:lvl2pPr marL="266700" indent="0">
              <a:buNone/>
              <a:defRPr/>
            </a:lvl2pPr>
            <a:lvl3pPr marL="538162" indent="0">
              <a:buNone/>
              <a:defRPr/>
            </a:lvl3pPr>
            <a:lvl4pPr marL="806450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3049199" y="5949280"/>
            <a:ext cx="5843975" cy="216024"/>
          </a:xfrm>
        </p:spPr>
        <p:txBody>
          <a:bodyPr/>
          <a:lstStyle>
            <a:lvl1pPr>
              <a:defRPr sz="1600"/>
            </a:lvl1pPr>
          </a:lstStyle>
          <a:p>
            <a:pPr algn="l"/>
            <a:r>
              <a:rPr lang="de-DE" smtClean="0"/>
              <a:t>Month Day, Year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3049199" y="5661248"/>
            <a:ext cx="5843975" cy="21602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smtClean="0"/>
              <a:t>LEGAL ENTITY, department or author (Click Insert | Header &amp; Footer)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049200" y="5000400"/>
            <a:ext cx="6094800" cy="144000"/>
          </a:xfrm>
          <a:prstGeom prst="rect">
            <a:avLst/>
          </a:prstGeom>
          <a:solidFill>
            <a:srgbClr val="9D0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" y="252000"/>
            <a:ext cx="2203200" cy="5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3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9200" y="3423600"/>
            <a:ext cx="6094800" cy="1720800"/>
          </a:xfrm>
          <a:prstGeom prst="rect">
            <a:avLst/>
          </a:prstGeom>
          <a:solidFill>
            <a:srgbClr val="A2A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049200" y="5000400"/>
            <a:ext cx="6094800" cy="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5855" y="3636000"/>
            <a:ext cx="5617320" cy="76187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4800" y="7137432"/>
            <a:ext cx="2133600" cy="1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de-DE" smtClean="0"/>
              <a:t>Month Day, Year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2800" y="7137432"/>
            <a:ext cx="4572000" cy="1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LEGAL ENTITY, department or author (Click Insert | Header &amp; Footer)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48400" y="7137432"/>
            <a:ext cx="511200" cy="1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FE4E17A9-EA06-4C60-9B5B-EF8399C2A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" y="252000"/>
            <a:ext cx="2203200" cy="5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2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9246" y="1427162"/>
            <a:ext cx="4212000" cy="49320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246" y="1436688"/>
            <a:ext cx="4212000" cy="49320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7A9-EA06-4C60-9B5B-EF8399C2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8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101" y="1425600"/>
            <a:ext cx="42120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101" y="2160000"/>
            <a:ext cx="4212000" cy="417988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5657" y="1440000"/>
            <a:ext cx="4212000" cy="648000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4633" y="2160000"/>
            <a:ext cx="4212000" cy="417988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7A9-EA06-4C60-9B5B-EF8399C2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0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7A9-EA06-4C60-9B5B-EF8399C2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5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16344"/>
            <a:ext cx="6096000" cy="22860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3049200" y="5000400"/>
            <a:ext cx="6094800" cy="144000"/>
          </a:xfrm>
          <a:prstGeom prst="rect">
            <a:avLst/>
          </a:prstGeom>
          <a:solidFill>
            <a:srgbClr val="9D0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>
          <a:xfrm>
            <a:off x="6094800" y="7137432"/>
            <a:ext cx="2133600" cy="1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de-DE" smtClean="0"/>
              <a:t>Month Day, Year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>
          <a:xfrm>
            <a:off x="1522800" y="7137432"/>
            <a:ext cx="4572000" cy="1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LEGAL ENTITY, department or author (Click Insert | Header &amp; Footer)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>
          <a:xfrm>
            <a:off x="8348400" y="7137432"/>
            <a:ext cx="511200" cy="18000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FE4E17A9-EA06-4C60-9B5B-EF8399C2A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" y="252000"/>
            <a:ext cx="2203200" cy="5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7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7A9-EA06-4C60-9B5B-EF8399C2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4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7A9-EA06-4C60-9B5B-EF8399C2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3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17A9-EA06-4C60-9B5B-EF8399C2A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9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4" y="404813"/>
            <a:ext cx="8640000" cy="720726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4" y="1412875"/>
            <a:ext cx="8640000" cy="48958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56000" y="65880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Month Day, Year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588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LEGAL ENTITY, department or author (Click Insert | Header &amp; Footer)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175" y="6586020"/>
            <a:ext cx="54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E4E17A9-EA06-4C60-9B5B-EF8399C2AF8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52000" y="6480000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6555600"/>
            <a:ext cx="792000" cy="18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9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61" r:id="rId8"/>
    <p:sldLayoutId id="2147483655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003868"/>
          </a:solidFill>
          <a:latin typeface="+mj-lt"/>
          <a:ea typeface="+mj-ea"/>
          <a:cs typeface="+mj-cs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91867E"/>
        </a:buClr>
        <a:buFont typeface="Credit Suisse Type Light" pitchFamily="34" charset="0"/>
        <a:buChar char="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spcBef>
          <a:spcPct val="20000"/>
        </a:spcBef>
        <a:buFont typeface="Credit Suisse Type Light" pitchFamily="34" charset="0"/>
        <a:buChar char="−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68288" algn="l" defTabSz="914400" rtl="0" eaLnBrk="1" latinLnBrk="0" hangingPunct="1">
        <a:spcBef>
          <a:spcPct val="20000"/>
        </a:spcBef>
        <a:buClr>
          <a:srgbClr val="91867E"/>
        </a:buClr>
        <a:buFont typeface="Credit Suisse Type Light" pitchFamily="34" charset="0"/>
        <a:buChar char="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269875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613" indent="-268288" algn="l" defTabSz="914400" rtl="0" eaLnBrk="1" latinLnBrk="0" hangingPunct="1">
        <a:spcBef>
          <a:spcPct val="20000"/>
        </a:spcBef>
        <a:buClr>
          <a:srgbClr val="91867E"/>
        </a:buClr>
        <a:buFont typeface="Credit Suisse Type Light" pitchFamily="34" charset="0"/>
        <a:buChar char="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61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Month Day, Year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LEGAL ENTITY, department or author (Click Insert | Header &amp; Footer)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9113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Credit Suisse 1">
      <a:dk1>
        <a:sysClr val="windowText" lastClr="000000"/>
      </a:dk1>
      <a:lt1>
        <a:sysClr val="window" lastClr="FFFFFF"/>
      </a:lt1>
      <a:dk2>
        <a:srgbClr val="166C86"/>
      </a:dk2>
      <a:lt2>
        <a:srgbClr val="EEECE1"/>
      </a:lt2>
      <a:accent1>
        <a:srgbClr val="255B89"/>
      </a:accent1>
      <a:accent2>
        <a:srgbClr val="AAA19A"/>
      </a:accent2>
      <a:accent3>
        <a:srgbClr val="A6CCD6"/>
      </a:accent3>
      <a:accent4>
        <a:srgbClr val="56A2B9"/>
      </a:accent4>
      <a:accent5>
        <a:srgbClr val="C8C1BC"/>
      </a:accent5>
      <a:accent6>
        <a:srgbClr val="003868"/>
      </a:accent6>
      <a:hlink>
        <a:srgbClr val="0000FF"/>
      </a:hlink>
      <a:folHlink>
        <a:srgbClr val="800080"/>
      </a:folHlink>
    </a:clrScheme>
    <a:fontScheme name="CS 1">
      <a:majorFont>
        <a:latin typeface="Credit Suisse Type Light"/>
        <a:ea typeface=""/>
        <a:cs typeface=""/>
        <a:font script="Kore" typeface="Credit Suisse Type Kor Roman"/>
        <a:font script="Arab" typeface="Credit Suisse Type Arabic Light"/>
        <a:font script="Cyrl" typeface="Credit Suisse Type Light"/>
        <a:font script="Deva" typeface="Credit Suisse Type Deva Light"/>
        <a:font script="Grek" typeface="Credit Suisse Type Light"/>
        <a:font script="Hans" typeface="Credit Suisse Type SCh Light"/>
        <a:font script="Hant" typeface="Credit Suisse Type TCh Light"/>
        <a:font script="Jpan" typeface="Credit Suisse Type Jap Light"/>
        <a:font script="Thai" typeface="Credit Suisse Type Thai Light"/>
      </a:majorFont>
      <a:minorFont>
        <a:latin typeface="Credit Suisse Type Light"/>
        <a:ea typeface=""/>
        <a:cs typeface=""/>
        <a:font script="Kore" typeface="Credit Suisse Type Kor Roman"/>
        <a:font script="Arab" typeface="Credit Suisse Type Arabic Light"/>
        <a:font script="Cyrl" typeface="Credit Suisse Type Light"/>
        <a:font script="Deva" typeface="Credit Suisse Type Deva Light"/>
        <a:font script="Grek" typeface="Credit Suisse Type Light"/>
        <a:font script="Hans" typeface="Credit Suisse Type SCh Light"/>
        <a:font script="Hant" typeface="Credit Suisse Type TCh Light"/>
        <a:font script="Jpan" typeface="Credit Suisse Type Jap Light"/>
        <a:font script="Thai" typeface="Credit Suisse Type Thai Light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marL="342900" indent="-342900">
          <a:buClr>
            <a:srgbClr val="91867E"/>
          </a:buClr>
          <a:buFont typeface="Credit Suisse Type Light" pitchFamily="34" charset="0"/>
          <a:buChar char=""/>
          <a:defRPr sz="2200" dirty="0"/>
        </a:defPPr>
      </a:lstStyle>
    </a:txDef>
  </a:objectDefaults>
  <a:extraClrSchemeLst/>
  <a:custClrLst>
    <a:custClr name="Purple 1">
      <a:srgbClr val="92499E"/>
    </a:custClr>
    <a:custClr name="Green 1">
      <a:srgbClr val="898000"/>
    </a:custClr>
    <a:custClr name="Yellow 1">
      <a:srgbClr val="FFC726"/>
    </a:custClr>
    <a:custClr name="Orange 1">
      <a:srgbClr val="F49C3E"/>
    </a:custClr>
    <a:custClr name="Red 1">
      <a:srgbClr val="9D0E2D"/>
    </a:custClr>
    <a:custClr name="Purple 2">
      <a:srgbClr val="A86DB1"/>
    </a:custClr>
    <a:custClr name="Green 2">
      <a:srgbClr val="B1A82F"/>
    </a:custClr>
    <a:custClr name="Yellow 2">
      <a:srgbClr val="FFD251"/>
    </a:custClr>
    <a:custClr name="Orange 2">
      <a:srgbClr val="F6B065"/>
    </a:custClr>
    <a:custClr name="Red 2">
      <a:srgbClr val="C23841"/>
    </a:custClr>
    <a:custClr name="Purple 3">
      <a:srgbClr val="BE92C5"/>
    </a:custClr>
    <a:custClr name="Green 3">
      <a:srgbClr val="D7D17B"/>
    </a:custClr>
    <a:custClr name="Yellow 3">
      <a:srgbClr val="FFDD7D"/>
    </a:custClr>
    <a:custClr name="Orange 3">
      <a:srgbClr val="F8C48B"/>
    </a:custClr>
    <a:custClr name="Red 3">
      <a:srgbClr val="DE7572"/>
    </a:custClr>
    <a:custClr name="Purple 4">
      <a:srgbClr val="D3B6D8"/>
    </a:custClr>
    <a:custClr name="Green 4">
      <a:srgbClr val="E9E6B9"/>
    </a:custClr>
    <a:custClr name="Yellow 4">
      <a:srgbClr val="FFE9A8"/>
    </a:custClr>
    <a:custClr name="Orange 4">
      <a:srgbClr val="FBD7B2"/>
    </a:custClr>
    <a:custClr name="Red 4">
      <a:srgbClr val="EBB7B6"/>
    </a:custClr>
    <a:custClr name="Corporate Gray">
      <a:srgbClr val="91867E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36</Words>
  <Application>Microsoft Office PowerPoint</Application>
  <PresentationFormat>On-screen Show 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Default Theme</vt:lpstr>
      <vt:lpstr>PowerPoint Presentation</vt:lpstr>
      <vt:lpstr>PowerPoint Presentation</vt:lpstr>
    </vt:vector>
  </TitlesOfParts>
  <Company>Credit Suisse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Hamilton-Smith, Samantha J. (HLVF)</dc:creator>
  <cp:lastModifiedBy>Hamilton-Smith, Samantha J. (HLVF)</cp:lastModifiedBy>
  <cp:revision>2</cp:revision>
  <dcterms:created xsi:type="dcterms:W3CDTF">2017-08-24T12:33:24Z</dcterms:created>
  <dcterms:modified xsi:type="dcterms:W3CDTF">2017-08-24T12:33:59Z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901756611</vt:i4>
  </property>
  <property fmtid="{D5CDD505-2E9C-101B-9397-08002B2CF9AE}" pid="3" name="_NewReviewCycle">
    <vt:lpwstr/>
  </property>
  <property fmtid="{D5CDD505-2E9C-101B-9397-08002B2CF9AE}" pid="4" name="_EmailSubject">
    <vt:lpwstr>Nathan's email address </vt:lpwstr>
  </property>
  <property fmtid="{D5CDD505-2E9C-101B-9397-08002B2CF9AE}" pid="5" name="_AuthorEmail">
    <vt:lpwstr>samantha.hamilton-smith@credit-suisse.com</vt:lpwstr>
  </property>
  <property fmtid="{D5CDD505-2E9C-101B-9397-08002B2CF9AE}" pid="6" name="_AuthorEmailDisplayName">
    <vt:lpwstr>Hamilton-Smith, Samantha J. (HLEC 41)</vt:lpwstr>
  </property>
</Properties>
</file>